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7" r:id="rId2"/>
    <p:sldId id="267" r:id="rId3"/>
    <p:sldId id="268" r:id="rId4"/>
    <p:sldId id="279" r:id="rId5"/>
    <p:sldId id="280" r:id="rId6"/>
    <p:sldId id="270" r:id="rId7"/>
    <p:sldId id="269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4" autoAdjust="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99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D71D7-55AC-46BD-81B3-09AB2F9EFBD8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0BD58-3BFF-4EAF-BB8B-AC67FE801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94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9424F-BB59-4F4E-9822-4CA3E770FFD2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2CDD-9D6C-4F63-9EC2-64822662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26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2606040"/>
            <a:ext cx="10058400" cy="27432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800">
                <a:solidFill>
                  <a:schemeClr val="tx1"/>
                </a:solidFill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360437"/>
            <a:ext cx="10058400" cy="36576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 baseline="0">
                <a:solidFill>
                  <a:schemeClr val="accent1">
                    <a:lumMod val="7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63E2-E931-4653-BB33-A910E07D11B2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65829"/>
            <a:ext cx="5943600" cy="41148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1" y="5682343"/>
            <a:ext cx="5943600" cy="41054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200" b="1" cap="all" baseline="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7707084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7761948" y="283"/>
            <a:ext cx="4427508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825625"/>
            <a:ext cx="4724400" cy="41179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4724400" cy="41179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1F43-559A-4B47-A959-EFB6142CA3A9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4727448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470151"/>
            <a:ext cx="4727448" cy="3473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628" y="1828800"/>
            <a:ext cx="4727448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9152" y="2470151"/>
            <a:ext cx="4727448" cy="3473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1AED-24AE-4AC7-940D-F7106D2788A3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5771-5E10-4A19-AB0E-909293152332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06FD5-B03F-45D5-A178-114C548C0032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7766439" y="283"/>
            <a:ext cx="4435717" cy="6856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1" y="2514600"/>
            <a:ext cx="3474720" cy="1600200"/>
          </a:xfrm>
        </p:spPr>
        <p:txBody>
          <a:bodyPr anchor="b"/>
          <a:lstStyle>
            <a:lvl1pPr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302" y="685800"/>
            <a:ext cx="612648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0" y="4343400"/>
            <a:ext cx="3474720" cy="1188720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7711702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12C0-B102-441D-AA86-2C80DFA84E68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7766439" y="283"/>
            <a:ext cx="4435717" cy="6856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0" y="2514600"/>
            <a:ext cx="3474720" cy="1600200"/>
          </a:xfrm>
        </p:spPr>
        <p:txBody>
          <a:bodyPr anchor="b"/>
          <a:lstStyle>
            <a:lvl1pPr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1325880"/>
            <a:ext cx="6858000" cy="4206240"/>
          </a:xfrm>
          <a:solidFill>
            <a:schemeClr val="bg2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0" y="4343400"/>
            <a:ext cx="3474720" cy="1188720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E0B12-F9DE-47EF-A076-CF602073F1B2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711702" y="0"/>
            <a:ext cx="54864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72EE9-AF66-483C-961F-59B9F002993E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382230"/>
            <a:ext cx="1371600" cy="556136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82230"/>
            <a:ext cx="7863840" cy="556137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EAFD5-7FA3-40FB-875B-457FB46B25A4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0" y="6419462"/>
            <a:ext cx="5181600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56170" y="6419462"/>
            <a:ext cx="1351383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8B93266-8FB4-430B-8AE3-3A53F50E1A0B}" type="datetime1">
              <a:rPr lang="en-US" smtClean="0"/>
              <a:pPr/>
              <a:t>2/5/2018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98358" y="6419462"/>
            <a:ext cx="698241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accent1"/>
          </a:solidFill>
          <a:effectLst>
            <a:outerShdw blurRad="38100" dist="25400" dir="18900000" algn="bl" rotWithShape="0">
              <a:schemeClr val="bg1">
                <a:alpha val="8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77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MGPG – Group 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George Heath-Collins, Brad Pablo, Katie Millar and George </a:t>
            </a:r>
            <a:r>
              <a:rPr lang="en-US" dirty="0" err="1" smtClean="0"/>
              <a:t>Croucher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2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 of the Brief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Game must be 2D</a:t>
            </a:r>
            <a:endParaRPr lang="en-US" dirty="0"/>
          </a:p>
          <a:p>
            <a:r>
              <a:rPr lang="en-US" dirty="0" smtClean="0"/>
              <a:t>Controlled by tapping</a:t>
            </a:r>
            <a:endParaRPr lang="en-US" dirty="0"/>
          </a:p>
          <a:p>
            <a:r>
              <a:rPr lang="en-US" dirty="0" smtClean="0"/>
              <a:t>Turn-based multiplayer</a:t>
            </a:r>
          </a:p>
          <a:p>
            <a:r>
              <a:rPr lang="en-US" dirty="0" smtClean="0"/>
              <a:t>Competitive</a:t>
            </a:r>
          </a:p>
          <a:p>
            <a:r>
              <a:rPr lang="en-US" dirty="0" smtClean="0"/>
              <a:t>Single Device (mobile)</a:t>
            </a:r>
          </a:p>
          <a:p>
            <a:r>
              <a:rPr lang="en-US" dirty="0" smtClean="0"/>
              <a:t>Symmetric and simple to play</a:t>
            </a:r>
          </a:p>
          <a:p>
            <a:r>
              <a:rPr lang="en-US" dirty="0" smtClean="0"/>
              <a:t>Designed for Casual Gamers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6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Developed by </a:t>
            </a:r>
            <a:r>
              <a:rPr lang="en-GB" dirty="0"/>
              <a:t>1</a:t>
            </a:r>
            <a:r>
              <a:rPr lang="en-GB" dirty="0" smtClean="0"/>
              <a:t> person in 2-3 days</a:t>
            </a:r>
          </a:p>
          <a:p>
            <a:r>
              <a:rPr lang="en-GB" dirty="0" smtClean="0"/>
              <a:t>Gain points by progressing past pipes</a:t>
            </a:r>
          </a:p>
          <a:p>
            <a:r>
              <a:rPr lang="en-GB" dirty="0" smtClean="0"/>
              <a:t>Simple flight mechanic</a:t>
            </a:r>
          </a:p>
          <a:p>
            <a:r>
              <a:rPr lang="en-GB" dirty="0" smtClean="0"/>
              <a:t>Controlled by a tap</a:t>
            </a:r>
          </a:p>
          <a:p>
            <a:r>
              <a:rPr lang="en-GB" dirty="0" smtClean="0"/>
              <a:t>Its simplicity appeals to a wide audience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049" y="639463"/>
            <a:ext cx="3729682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2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828800"/>
            <a:ext cx="4149811" cy="4114800"/>
          </a:xfrm>
        </p:spPr>
        <p:txBody>
          <a:bodyPr/>
          <a:lstStyle/>
          <a:p>
            <a:r>
              <a:rPr lang="en-GB" dirty="0" smtClean="0"/>
              <a:t>Mobile Platformer</a:t>
            </a:r>
          </a:p>
          <a:p>
            <a:r>
              <a:rPr lang="en-GB" dirty="0" smtClean="0"/>
              <a:t>Jumping mechanic</a:t>
            </a:r>
          </a:p>
          <a:p>
            <a:r>
              <a:rPr lang="en-GB" dirty="0" smtClean="0"/>
              <a:t>Players avoid obstacles</a:t>
            </a:r>
          </a:p>
          <a:p>
            <a:r>
              <a:rPr lang="en-GB" dirty="0" smtClean="0"/>
              <a:t> Controlled by a tap</a:t>
            </a:r>
          </a:p>
          <a:p>
            <a:r>
              <a:rPr lang="en-GB" dirty="0" smtClean="0"/>
              <a:t>Simple graphics </a:t>
            </a:r>
          </a:p>
          <a:p>
            <a:r>
              <a:rPr lang="en-GB" dirty="0" smtClean="0"/>
              <a:t>Appeals to competitive and challenge seeking players 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366" y="2018199"/>
            <a:ext cx="5173361" cy="342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2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828800"/>
            <a:ext cx="4248665" cy="4114800"/>
          </a:xfrm>
        </p:spPr>
        <p:txBody>
          <a:bodyPr/>
          <a:lstStyle/>
          <a:p>
            <a:r>
              <a:rPr lang="en-GB" dirty="0" smtClean="0"/>
              <a:t>Tile-matching puzzle game </a:t>
            </a:r>
          </a:p>
          <a:p>
            <a:r>
              <a:rPr lang="en-GB" dirty="0" smtClean="0"/>
              <a:t>Players are given a set number of moves</a:t>
            </a:r>
            <a:endParaRPr lang="en-GB" dirty="0"/>
          </a:p>
          <a:p>
            <a:r>
              <a:rPr lang="en-GB" dirty="0" smtClean="0"/>
              <a:t>Simple, colourful art-style with cartoon characters</a:t>
            </a:r>
          </a:p>
          <a:p>
            <a:r>
              <a:rPr lang="en-GB" dirty="0" smtClean="0"/>
              <a:t>Easy and intuitive controls</a:t>
            </a:r>
          </a:p>
          <a:p>
            <a:r>
              <a:rPr lang="en-GB" dirty="0" smtClean="0"/>
              <a:t>Easy to pick up and play</a:t>
            </a:r>
          </a:p>
          <a:p>
            <a:r>
              <a:rPr lang="en-GB" dirty="0" smtClean="0"/>
              <a:t>Appeals to wide demographic</a:t>
            </a:r>
          </a:p>
        </p:txBody>
      </p:sp>
      <p:pic>
        <p:nvPicPr>
          <p:cNvPr id="1026" name="Picture 2" descr="Image result for Toon blas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021" y="381000"/>
            <a:ext cx="4034481" cy="537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88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Pitch</a:t>
            </a:r>
            <a:endParaRPr lang="en-US" dirty="0"/>
          </a:p>
        </p:txBody>
      </p:sp>
      <p:pic>
        <p:nvPicPr>
          <p:cNvPr id="7" name="Picture 6" descr="TreeChopp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79747" y="1601086"/>
            <a:ext cx="5716853" cy="4287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0703" y="1691702"/>
            <a:ext cx="44649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Multiplayer. Players take on the role of rival lumberjacks with very bad stamina, who take short turns swinging an axe at a tree.</a:t>
            </a:r>
          </a:p>
          <a:p>
            <a:endParaRPr lang="en-GB" dirty="0"/>
          </a:p>
          <a:p>
            <a:r>
              <a:rPr lang="en-GB" dirty="0" smtClean="0"/>
              <a:t>The unlucky lumberjack who manages to cut down the tree will be crushed by it.</a:t>
            </a:r>
          </a:p>
          <a:p>
            <a:endParaRPr lang="en-GB" dirty="0"/>
          </a:p>
          <a:p>
            <a:r>
              <a:rPr lang="en-GB" dirty="0" smtClean="0"/>
              <a:t>Health and Safety isn’t important.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43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the game meet the brief?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7734" y="1740071"/>
            <a:ext cx="4724400" cy="4117975"/>
          </a:xfrm>
        </p:spPr>
        <p:txBody>
          <a:bodyPr/>
          <a:lstStyle/>
          <a:p>
            <a:r>
              <a:rPr lang="en-GB" dirty="0" smtClean="0"/>
              <a:t>The game is displayed in </a:t>
            </a:r>
            <a:r>
              <a:rPr lang="en-GB" b="1" dirty="0" smtClean="0"/>
              <a:t>2D</a:t>
            </a:r>
            <a:r>
              <a:rPr lang="en-GB" dirty="0" smtClean="0"/>
              <a:t>, with each player having a different side.</a:t>
            </a:r>
          </a:p>
          <a:p>
            <a:r>
              <a:rPr lang="en-GB" dirty="0" smtClean="0"/>
              <a:t>It is a</a:t>
            </a:r>
            <a:r>
              <a:rPr lang="en-GB" b="1" dirty="0" smtClean="0"/>
              <a:t> competitive, turn-based </a:t>
            </a:r>
            <a:r>
              <a:rPr lang="en-GB" dirty="0" smtClean="0"/>
              <a:t>game.</a:t>
            </a:r>
          </a:p>
          <a:p>
            <a:r>
              <a:rPr lang="en-GB" dirty="0" smtClean="0"/>
              <a:t>It uses a single device for </a:t>
            </a:r>
            <a:r>
              <a:rPr lang="en-GB" b="1" dirty="0" smtClean="0"/>
              <a:t>local multiplayer</a:t>
            </a:r>
            <a:r>
              <a:rPr lang="en-GB" dirty="0" smtClean="0"/>
              <a:t>.</a:t>
            </a:r>
          </a:p>
          <a:p>
            <a:r>
              <a:rPr lang="en-GB" dirty="0" smtClean="0"/>
              <a:t>It is designed primarily for </a:t>
            </a:r>
            <a:r>
              <a:rPr lang="en-GB" b="1" dirty="0" smtClean="0"/>
              <a:t>Casual Gamers</a:t>
            </a:r>
            <a:r>
              <a:rPr lang="en-GB" dirty="0" smtClean="0"/>
              <a:t> on </a:t>
            </a:r>
            <a:r>
              <a:rPr lang="en-GB" b="1" dirty="0" smtClean="0"/>
              <a:t>mobiles</a:t>
            </a:r>
            <a:r>
              <a:rPr lang="en-GB" dirty="0" smtClean="0"/>
              <a:t>.</a:t>
            </a:r>
          </a:p>
          <a:p>
            <a:r>
              <a:rPr lang="en-GB" b="1" dirty="0" smtClean="0"/>
              <a:t>Symmetric</a:t>
            </a:r>
            <a:r>
              <a:rPr lang="en-GB" dirty="0" smtClean="0"/>
              <a:t> in both layout and gameplay.</a:t>
            </a:r>
          </a:p>
          <a:p>
            <a:r>
              <a:rPr lang="en-GB" dirty="0" smtClean="0"/>
              <a:t>Controlled using a </a:t>
            </a:r>
            <a:r>
              <a:rPr lang="en-GB" b="1" dirty="0" smtClean="0"/>
              <a:t>single</a:t>
            </a:r>
            <a:r>
              <a:rPr lang="en-GB" dirty="0" smtClean="0"/>
              <a:t> </a:t>
            </a:r>
            <a:r>
              <a:rPr lang="en-GB" b="1" dirty="0" smtClean="0"/>
              <a:t>tap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730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will it be achieved? (Programming)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56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d Line Business 16x9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red line presentation (widescreen).potx" id="{8018D45A-0B59-4186-B046-1FF8092889B6}" vid="{86C2525B-C90B-4FD6-8D61-5E85FA833A06}"/>
    </a:ext>
  </a:extLst>
</a:theme>
</file>

<file path=ppt/theme/theme2.xml><?xml version="1.0" encoding="utf-8"?>
<a:theme xmlns:a="http://schemas.openxmlformats.org/drawingml/2006/main" name="Office Theme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red line presentation (widescreen)</Template>
  <TotalTime>88</TotalTime>
  <Words>260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Red Line Business 16x9</vt:lpstr>
      <vt:lpstr>MGPG – Group 7</vt:lpstr>
      <vt:lpstr>Goals of the Brief</vt:lpstr>
      <vt:lpstr>Research</vt:lpstr>
      <vt:lpstr>Research</vt:lpstr>
      <vt:lpstr>Research</vt:lpstr>
      <vt:lpstr>Our Pitch</vt:lpstr>
      <vt:lpstr>How does the game meet the brief?</vt:lpstr>
      <vt:lpstr>How will it be achieved? (Programming)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MGPG – Group 7</dc:title>
  <dc:creator>Games</dc:creator>
  <cp:lastModifiedBy>Games</cp:lastModifiedBy>
  <cp:revision>5</cp:revision>
  <dcterms:created xsi:type="dcterms:W3CDTF">2018-02-05T13:11:03Z</dcterms:created>
  <dcterms:modified xsi:type="dcterms:W3CDTF">2018-02-05T14:39:31Z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